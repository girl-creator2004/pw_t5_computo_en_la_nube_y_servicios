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62" r:id="rId3"/>
    <p:sldId id="257" r:id="rId4"/>
    <p:sldId id="258" r:id="rId5"/>
    <p:sldId id="259" r:id="rId6"/>
    <p:sldId id="263" r:id="rId7"/>
    <p:sldId id="264" r:id="rId8"/>
    <p:sldId id="265" r:id="rId9"/>
    <p:sldId id="260" r:id="rId10"/>
    <p:sldId id="261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dirty="0"/>
              <a:t>6/12/2026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dirty="0"/>
              <a:t>6/12/2026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6F822A4-8DA6-4447-9B1F-C5DB58435268}" type="datetimeFigureOut">
              <a:rPr lang="en-US" dirty="0"/>
              <a:t>6/12/2026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dirty="0"/>
              <a:t>6/12/2026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dirty="0"/>
              <a:t>6/12/2026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dirty="0"/>
              <a:t>6/12/2026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dirty="0"/>
              <a:t>6/12/2026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dirty="0"/>
              <a:t>6/12/2026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dirty="0"/>
              <a:t>6/12/2026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dirty="0"/>
              <a:t>6/12/2026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dirty="0"/>
              <a:t>6/12/2026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664C608-40B1-4030-A28D-5B74BC98ADCE}" type="datetimeFigureOut">
              <a:rPr lang="en-US" dirty="0"/>
              <a:t>6/12/2026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ítulo 2">
            <a:extLst>
              <a:ext uri="{FF2B5EF4-FFF2-40B4-BE49-F238E27FC236}">
                <a16:creationId xmlns:a16="http://schemas.microsoft.com/office/drawing/2014/main" id="{3B6643C6-1036-4E86-94C5-D7D873C31735}"/>
              </a:ext>
            </a:extLst>
          </p:cNvPr>
          <p:cNvSpPr txBox="1">
            <a:spLocks/>
          </p:cNvSpPr>
          <p:nvPr/>
        </p:nvSpPr>
        <p:spPr>
          <a:xfrm>
            <a:off x="1656219" y="1293779"/>
            <a:ext cx="8665553" cy="526052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0" kern="120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23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Instituto Tecnológico Nacional de México</a:t>
            </a:r>
          </a:p>
          <a:p>
            <a:pPr algn="ctr"/>
            <a:r>
              <a:rPr lang="es-MX" sz="23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Instituto Tecnológico  de Frontera Comalapa</a:t>
            </a:r>
          </a:p>
          <a:p>
            <a:pPr algn="ctr"/>
            <a:r>
              <a:rPr lang="es-MX" sz="23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Ingeniería en Sistemas Computacionales</a:t>
            </a:r>
          </a:p>
          <a:p>
            <a:pPr algn="ctr"/>
            <a:endParaRPr lang="es-MX" sz="23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MX" sz="23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Programación web</a:t>
            </a:r>
          </a:p>
          <a:p>
            <a:pPr algn="ctr"/>
            <a:r>
              <a:rPr lang="es-MX" sz="23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Actividad 5.2 Reporte de práctica </a:t>
            </a:r>
          </a:p>
          <a:p>
            <a:pPr algn="ctr"/>
            <a:endParaRPr lang="es-MX" sz="23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20000"/>
              </a:lnSpc>
              <a:spcAft>
                <a:spcPts val="800"/>
              </a:spcAft>
            </a:pPr>
            <a:r>
              <a:rPr lang="es-MX" sz="23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Docente</a:t>
            </a:r>
          </a:p>
          <a:p>
            <a:pPr algn="ctr">
              <a:lnSpc>
                <a:spcPct val="120000"/>
              </a:lnSpc>
              <a:spcAft>
                <a:spcPts val="800"/>
              </a:spcAft>
            </a:pPr>
            <a:r>
              <a:rPr lang="es-MX" sz="2300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Ing. Francisco Javier Mingo Velázquez</a:t>
            </a:r>
          </a:p>
          <a:p>
            <a:pPr algn="ctr">
              <a:lnSpc>
                <a:spcPct val="120000"/>
              </a:lnSpc>
              <a:spcAft>
                <a:spcPts val="800"/>
              </a:spcAft>
            </a:pPr>
            <a:endParaRPr lang="es-MX" sz="23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20000"/>
              </a:lnSpc>
              <a:spcAft>
                <a:spcPts val="800"/>
              </a:spcAft>
            </a:pPr>
            <a:r>
              <a:rPr lang="es-MX" sz="23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Estudiante</a:t>
            </a:r>
          </a:p>
          <a:p>
            <a:pPr algn="ctr">
              <a:lnSpc>
                <a:spcPct val="120000"/>
              </a:lnSpc>
              <a:spcAft>
                <a:spcPts val="800"/>
              </a:spcAft>
            </a:pPr>
            <a:r>
              <a:rPr lang="es-MX" sz="2300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Dixie Dayana Peña González </a:t>
            </a:r>
            <a:r>
              <a:rPr lang="es-MX" sz="23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#Control: </a:t>
            </a:r>
            <a:r>
              <a:rPr lang="es-MX" sz="2300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221260063</a:t>
            </a:r>
          </a:p>
          <a:p>
            <a:pPr algn="ctr">
              <a:lnSpc>
                <a:spcPct val="120000"/>
              </a:lnSpc>
              <a:spcAft>
                <a:spcPts val="800"/>
              </a:spcAft>
            </a:pPr>
            <a:r>
              <a:rPr lang="es-MX" sz="23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Frontera Comalapa Chiapas,  A 14 de junio del 2026</a:t>
            </a:r>
          </a:p>
          <a:p>
            <a:endParaRPr lang="es-MX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AD6DB95-CAC2-4A7B-8EA9-362ABCA1D80C}"/>
              </a:ext>
            </a:extLst>
          </p:cNvPr>
          <p:cNvPicPr/>
          <p:nvPr/>
        </p:nvPicPr>
        <p:blipFill rotWithShape="1">
          <a:blip r:embed="rId2"/>
          <a:srcRect l="905" t="8280" b="-1"/>
          <a:stretch/>
        </p:blipFill>
        <p:spPr bwMode="auto">
          <a:xfrm>
            <a:off x="2393392" y="58365"/>
            <a:ext cx="6785519" cy="75915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3009645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47F309-D04C-4849-BA9D-BB20148E2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Índice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53834EE-FBD6-4322-A22F-27FBE33394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Introducción …………………………………………………………………….3</a:t>
            </a:r>
          </a:p>
          <a:p>
            <a:r>
              <a:rPr lang="es-MX" dirty="0"/>
              <a:t>Justificación ……………………………………………………………………..4</a:t>
            </a:r>
          </a:p>
          <a:p>
            <a:r>
              <a:rPr lang="es-MX" dirty="0"/>
              <a:t>Desarrollo ……………………………………………………………………….5</a:t>
            </a:r>
          </a:p>
          <a:p>
            <a:r>
              <a:rPr lang="es-MX" dirty="0"/>
              <a:t>Conclusión ………………………………………………………………………9</a:t>
            </a:r>
          </a:p>
          <a:p>
            <a:r>
              <a:rPr lang="es-MX" dirty="0"/>
              <a:t>Anexo de código fuente ………………………………………………………10</a:t>
            </a:r>
          </a:p>
        </p:txBody>
      </p:sp>
    </p:spTree>
    <p:extLst>
      <p:ext uri="{BB962C8B-B14F-4D97-AF65-F5344CB8AC3E}">
        <p14:creationId xmlns:p14="http://schemas.microsoft.com/office/powerpoint/2010/main" val="28444323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D71D57-FBC0-42CC-9A73-50B88FD2C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introducción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F2756FC-AC76-45F7-9A58-74C89360D4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s-MX" dirty="0"/>
              <a:t>Previamente en la unidad pasada se ha estado enviando avances del proyecto de Turismo Comalapa y en esta ocasión se presentarán algunos cambios que se estuvieron trabajando para este reporte final en el cual se pretende dar a conocer código fuente de cómo quedó la estructura final del proyecto, se espera que cada una de las explicaciones que se den a continuación de manera breve sean claras y fáciles de comprender.</a:t>
            </a:r>
          </a:p>
        </p:txBody>
      </p:sp>
    </p:spTree>
    <p:extLst>
      <p:ext uri="{BB962C8B-B14F-4D97-AF65-F5344CB8AC3E}">
        <p14:creationId xmlns:p14="http://schemas.microsoft.com/office/powerpoint/2010/main" val="3651315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397676-4F50-416D-A4DB-98FD7DCF7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justificación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7C8A9ED-69BC-4C40-8635-AA57BE2811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s-MX" dirty="0"/>
              <a:t>Este trabajo se justifica ante la necesidad de tener evidencia de las funciones finales del proyecto, este sistema que a pesar de que en el proceso se cometieron algunos errores con el paso se del tiempo se pudieron solucionar y llegar hasta lo que hoy se puede presentar. Con este documento se puede tener un antes y un después si en un futuro se quiere seguir trabajando en cambios en este sistema.</a:t>
            </a:r>
          </a:p>
        </p:txBody>
      </p:sp>
    </p:spTree>
    <p:extLst>
      <p:ext uri="{BB962C8B-B14F-4D97-AF65-F5344CB8AC3E}">
        <p14:creationId xmlns:p14="http://schemas.microsoft.com/office/powerpoint/2010/main" val="14330904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C05D92-38B3-4E27-B0E1-271971BF5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Desarrollo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E4859C3-22BC-4A71-A994-758D89B0D8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6712" y="1870389"/>
            <a:ext cx="4552739" cy="4502979"/>
          </a:xfr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s-MX" dirty="0"/>
              <a:t>En esta etapa, se ha priorizado la optimización de la experiencia de usuario, logrando así una identidad visual coherente y una navegación más fluida dentro de la plataforma.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s-MX" dirty="0"/>
              <a:t>A continuación los últimos cambios que se realizaron:</a:t>
            </a:r>
          </a:p>
          <a:p>
            <a:pPr algn="just">
              <a:lnSpc>
                <a:spcPct val="150000"/>
              </a:lnSpc>
            </a:pPr>
            <a:r>
              <a:rPr lang="es-MX" b="1" dirty="0"/>
              <a:t>Implementación de galería interactiva: </a:t>
            </a:r>
            <a:r>
              <a:rPr lang="es-MX" dirty="0"/>
              <a:t>se ha migrado el diseño de galería de imágenes a un sistema de cuadrícula (</a:t>
            </a:r>
            <a:r>
              <a:rPr lang="es-MX" dirty="0" err="1"/>
              <a:t>grid</a:t>
            </a:r>
            <a:r>
              <a:rPr lang="es-MX" dirty="0"/>
              <a:t>) ampliado.</a:t>
            </a:r>
            <a:endParaRPr lang="es-MX" b="1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61EAFF4-F2B0-40F4-8087-8F60571586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2587" y="1845845"/>
            <a:ext cx="6400800" cy="3600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7787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BE97B8A-BBD2-4F75-ACE9-1E3043E4CC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740080"/>
            <a:ext cx="4915711" cy="4979784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s-MX" b="1" dirty="0"/>
              <a:t>Sistema de Vista previa (Lightbox):</a:t>
            </a:r>
            <a:r>
              <a:rPr lang="es-MX" dirty="0"/>
              <a:t> se integró un componente de vista previa tipo lightbox. Esta funcionalidad permite a los usuarios ampliar cualquier imagen de las publicaciones de los lugares turísticos, permitiendo una apreciación más detallada de las fotografías.</a:t>
            </a:r>
            <a:endParaRPr lang="es-MX" b="1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32C0AAC-691E-4C15-9DCB-FEC02899FF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9491" y="3429000"/>
            <a:ext cx="5550568" cy="3122195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1194402A-E537-41EE-AC21-90943C8A67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5743" y="289990"/>
            <a:ext cx="5358063" cy="3013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53942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BE97B8A-BBD2-4F75-ACE9-1E3043E4CC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740080"/>
            <a:ext cx="4915711" cy="4979784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s-MX" b="1" dirty="0"/>
              <a:t>Consistencia de diseño en el panel de un usuario:</a:t>
            </a:r>
            <a:r>
              <a:rPr lang="es-MX" dirty="0"/>
              <a:t> se unificaron los estilos visuales en los diferentes módulos (Dashboard y Creación de Publicaciones), aplicando una paleta de colores y tipografía consistente. Esto nos ayuda a mejorar la usabilidad del sistema al tener un entorno más profesional.</a:t>
            </a:r>
            <a:endParaRPr lang="es-MX" b="1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2BDBC64-C8FB-41BB-B2E1-097DABCD40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9491" y="1315453"/>
            <a:ext cx="5661081" cy="3184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3962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BE97B8A-BBD2-4F75-ACE9-1E3043E4CC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740080"/>
            <a:ext cx="4915711" cy="4979784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s-MX" b="1" dirty="0"/>
              <a:t>Optimización del formulario de creación: </a:t>
            </a:r>
            <a:r>
              <a:rPr lang="es-MX" dirty="0"/>
              <a:t>se rediseñó la vista de “Nueva Publicación” para mejorar la legibilidad y la jerarquía de los campos de entrada. La inclusión de un fondo de página coherente con el dashboard facilita la transición entre las secciones.</a:t>
            </a:r>
            <a:endParaRPr lang="es-MX" b="1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F5B25F3-3B9B-4D71-AE29-EA082C1E53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8917" y="1723017"/>
            <a:ext cx="5358063" cy="3013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5849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C72BBB-5624-473A-A338-BBA110840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conclusión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D3CC2B9-85BE-4719-8B67-BB57D8B292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s-MX" dirty="0"/>
              <a:t>Aunque los cambios no fueron muchos porque ya tenemos lo primordial del sistema funcionando, lo que se quería lograr; el impacto que tienen estos cambios son significativos en la uniformidad visual al lograr una navegación continua, intuitiva y estéticamente profesional. También mejoramos la UX centrada en el usuario: la implementación de elementos como la galería interactiva en la clase de estilos ayudan a tener una mejor experiencia moderna y confiable.</a:t>
            </a:r>
          </a:p>
        </p:txBody>
      </p:sp>
    </p:spTree>
    <p:extLst>
      <p:ext uri="{BB962C8B-B14F-4D97-AF65-F5344CB8AC3E}">
        <p14:creationId xmlns:p14="http://schemas.microsoft.com/office/powerpoint/2010/main" val="16727580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C35089-39D9-45D3-9A96-FB0E07656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Anexo código fuente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9B44B5D-C353-48CC-93CF-92E23B24AE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/>
              <a:t>https://github.com/Girl-creator2004/PW_T5_Computo_en_la_nube_y_servicios.git</a:t>
            </a:r>
          </a:p>
        </p:txBody>
      </p:sp>
    </p:spTree>
    <p:extLst>
      <p:ext uri="{BB962C8B-B14F-4D97-AF65-F5344CB8AC3E}">
        <p14:creationId xmlns:p14="http://schemas.microsoft.com/office/powerpoint/2010/main" val="335704158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Letras en madera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{6999B5DA-01AF-4941-A46E-F5C9B3DC9708}TF2ec419c9-97c3-4958-b02a-0886397d33af4e51e060-5f6413376b42</Template>
  <TotalTime>86</TotalTime>
  <Words>526</Words>
  <Application>Microsoft Office PowerPoint</Application>
  <PresentationFormat>Panorámica</PresentationFormat>
  <Paragraphs>34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Arial</vt:lpstr>
      <vt:lpstr>Rockwell</vt:lpstr>
      <vt:lpstr>Rockwell Condensed</vt:lpstr>
      <vt:lpstr>Wingdings</vt:lpstr>
      <vt:lpstr>Letras en madera</vt:lpstr>
      <vt:lpstr>Presentación de PowerPoint</vt:lpstr>
      <vt:lpstr>Índice</vt:lpstr>
      <vt:lpstr>introducción</vt:lpstr>
      <vt:lpstr>justificación</vt:lpstr>
      <vt:lpstr>Desarrollo </vt:lpstr>
      <vt:lpstr>Presentación de PowerPoint</vt:lpstr>
      <vt:lpstr>Presentación de PowerPoint</vt:lpstr>
      <vt:lpstr>Presentación de PowerPoint</vt:lpstr>
      <vt:lpstr>conclusión</vt:lpstr>
      <vt:lpstr>Anexo código fuente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Dixie Peña</dc:creator>
  <cp:lastModifiedBy>Dixie Peña</cp:lastModifiedBy>
  <cp:revision>9</cp:revision>
  <dcterms:created xsi:type="dcterms:W3CDTF">2026-06-12T03:51:05Z</dcterms:created>
  <dcterms:modified xsi:type="dcterms:W3CDTF">2026-06-12T06:04:44Z</dcterms:modified>
</cp:coreProperties>
</file>